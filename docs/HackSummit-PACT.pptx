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197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197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103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NAME</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