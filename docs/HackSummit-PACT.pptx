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AI Growth &amp; Agentic Commerce, Razorpay</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204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204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106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SWETANK</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UTKARSH</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DEVANSH</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