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241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64748B"/>
                </a:solidFill>
                <a:latin typeface="Arial"/>
              </a:rPr>
              <a:t>RAZORPAY  ·  AI GROWTH &amp; AGENTIC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10872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62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15184"/>
            <a:ext cx="8778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001B35"/>
                </a:solidFill>
                <a:latin typeface="Arial"/>
              </a:rPr>
              <a:t>The merchant reads what the buyer is allowed to spend — before it quotes.</a:t>
            </a:r>
          </a:p>
          <a:p>
            <a:pPr algn="l">
              <a:spcBef>
                <a:spcPts val="9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 signed delegation the buyer's agent carries, a gate that decides on authority alone, and a merchant that only ever offers what will be approved.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7824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0.0%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false block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650742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2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13 / 13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attack variants 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23660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3660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₹0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lost to adversarial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7122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96578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tests, green on every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Every figure in this deck is generated. Revenue and block rates from eval/results/results.md · load and memory from docs/soak.md · the checks from contracts/reason_codes.py.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Agentic commerce standardised the payment. Not the authority.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Every protocol in this space answers "how does an agent pay?". None of them lets the merchant read the buyer's authority envelope before it makes an offer.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Buyer's agent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carries a mandate the merchant cannot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2142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3310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quotes and upsells against no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7084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Authority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opaque until the payment is attempted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0858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Decline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found out at the end, after the offer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83280"/>
            <a:ext cx="10872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33506B"/>
                </a:solidFill>
                <a:latin typeface="Arial"/>
              </a:rPr>
              <a:t>The offer is a guess. The merchant learns the answer only when the payment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6112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Legitimate sales refused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hard cap has no way to ask a human.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It just says no — 27.8% of the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time, in arm C of the simulation.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593336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3336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Unauthorised agent spend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cap that lives in the agent is not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run by a compromised agent.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C still lost ₹5,786 per 100.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2816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290560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0560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Every cross-sell is a guess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merchants do not make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safest upsell against an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unreadable limit is none at all.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Arm C is a naive client-side cap with a naive upsell — the obvious build. eval/results/results.md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WHY THE OBVIOUS FIXES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Both halves of the usual answer are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two things a team reaches for first — a limit inside the agent, and authority checks bolted onto a merchant that still cannot see — fail in opposite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 cap inside the agent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holds against the agent's own mistakes, and nothing else.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compromised agent simply does not run it — the control and the thing being controlled are the same process.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₹5,786.16 lost per 100 sessions, to attacks its cap was written to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Checks bolted onto a blind merchant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If the merchant cannot read authority before it offers, every check added afterwards can only subtract.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refuses sales it already made the customer want, and it never makes the one it could have.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27.8% false block rate — more than one refusal in four was a legitimate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26864"/>
            <a:ext cx="10872216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1098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065776"/>
            <a:ext cx="1032357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001B35"/>
                </a:solidFill>
                <a:latin typeface="Arial"/>
              </a:rPr>
              <a:t>What is left is the third option: move the control to the server, and read it forward.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Authority is checked where the agent cannot reach it, and it is read before the offer is built rather than enforced after it is made. Arm D: 0.0% false block, ₹0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Read the envelope first. Then make an offer that cannot fail.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Five steps. The human signs once, on their own device, and the key never leaves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Human signs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mandate signed in the browser. Ed25519, on the buyer's own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5729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609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Agent carries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The agent receives the signed mandate, and never the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3090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55970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 reads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Headroom before the quote: what is LEFT to spend, not what was granted.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51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63331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Gate decides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Ten checks on authority alone. ALLOW · STEP-UP ·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7812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70692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Token settles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settlement token, redeemable exactly once, amount-bound to its quote.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389120"/>
            <a:ext cx="1087221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08576"/>
            <a:ext cx="103235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consequence, and the whole commercial argument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Because the merchant can see what is left, every offer it makes is one the gate will approve. The upsell is filtered against remaining authority before it is ever shown — which turns a spending limit from friction into a conversion instrument, instead of a thing that refuses customers at the end of a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Three planes, and one rule that keeps them honest.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gate decides authority. A rail moves money. Neither knows the other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TRUST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core/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Signed mandate (Ed25519 + JCS)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Ten checks, short-circuiting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Ledger and atomic reservations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Append-only audit trail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Compensating rollback saga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GROWTH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Headroom-aware upsell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Provably approvable offers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Step-up recovery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Alternative on stockout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Attach measured, not assumed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MERCHANT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 + console/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Catalog and deterministic quotes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Checkout and settlement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MCP tools for agents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console surfaces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SSE live decision 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9744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RAIL ADAPTER BOUNDARY   —   Razorpay (test keys only)  ·  mock UPI Circle (no keys needed)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Nothing in core/ imports a rail. tests/test_invariants.py enforces it with an AST walk, and a second test closes the loophole: no executable line in core/ may even name a vendor. Swapping the rail is a config change, not a refactor.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delegation the buyer signs, and the agent cannot forge.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mandate is the root of every decision downstream. It is signed in the buyer's browser and verified on the server, byte for byte.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How it is signed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Ed25519, generated and held in the buyer's own browser.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RFC 8785 JCS canonicalisation, so the bytes the browser signs and the bytes the server verifies are identical — no field ordering or whitespace ambiguity.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console verifies browser/server signature parity at boot and shows it in the header, so a mismatch is visible before a demo, not during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agent receives the signed mandate. It never receives the key.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it grants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total budget, in paise.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per-transaction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count of purchases allowed.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merchant allowlist and a category allowlist.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validity window, and a revocation state the buyer controls.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Everything the gate later decides is derived from these fields and the ledger — never from anything the agent asserts.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contracts/crypto.py · console signs with @noble/ed25519 · the demo's grant screen is step 1 of the walkthrough.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HEADROOM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the merchant is told, and what it is never told.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envelope is deliberately thin. It answers one question — how much authority is left — and it is structurally incapable of answering any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Disclosed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headroom_paise — what is LEFT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max_per_txn_paise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payments_remaining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categories_allowed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merchant_in_scope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valid_until · as_of · mandate_id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Absent, and must stay absent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delegator's identity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intent text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total budget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spend history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test_headroom.py asserts the field set itself — not one instance's values — so a field added by accident fails the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01184"/>
            <a:ext cx="1087221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5102352"/>
            <a:ext cx="10323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Why "what is left" and not "what was granted"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merchant told "₹8,900 remaining" learns what it can sell. A merchant told "₹8,900 of ₹15,000" learns how rich the buyer is. The first is commercially useful; the second is a privacy leak with no upside, so the schema cannot express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Ten checks, cheapest and most certain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Short-circuiting, each one timed, each a plain function of a context. The order is frozen in contracts/reason_codes.py and it is the design, not an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request_signature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Ed25519 by the delegate pubkey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verified at registration, re-asserted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mandate_state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exists, and not revoked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validity_window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inside the window the buyer granted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freshness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within 60s of clock skew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3660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4284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nonce INSERT — the uniqueness violation IS the 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0780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660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4284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scope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merchant allowlist and category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23660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4284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ceiling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atomic reservation, not a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780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23660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4284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quote_binding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amount must equal the quote it references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0780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3660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4284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intent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model auditor — last, because it is the only network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Ten, in CHECK_ORDER, and the firewall drawer counts the same ten on screen. checks.py used to number quote_binding 8b and call them nine; the convention lost. Cheapest first means a forged signature costs one verify, not a network round trip.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Fail closed, and refuse with a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Three verdicts, and a default that is not a special case: anything not explicitly allowed to ask a human,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ALLOW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All ten checks passed.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settlement token is issued, bound to the quote's amount and redeemable exactly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STEP_UP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Exactly two codes: INTENT_MISMATCH and AUDITOR_UNAVAILABLE.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probabilistic signal must never block a legitimate sale outright — it asks the human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BLOCK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Everything else, including anything unexpected.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Fail closed is the default path, not an error handler bolted on the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15968"/>
            <a:ext cx="108722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Refusals are typed, so an agent can act on them rather than parse prose: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CEILING_PER_TXN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299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4101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CEILING_TOTAL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762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564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225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5027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1299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4101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SCOPE_CATEGORY_MISMATCH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564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225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5027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299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4101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MANDATE_REVOKED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9564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225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5027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TOKEN_ALREADY_USED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ceiling is reserved, not counted.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difference sounds like a detail and is the whole correctness argument. Counting spend and then writing the row is a race; reserving inside the write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Naive — count, then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Read the spend so far.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Compare it against the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Write the new row.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EF4444"/>
                </a:solidFill>
                <a:latin typeface="Arial"/>
              </a:rPr>
              <a:t>Two concurrent requests both read the old total, both pass, and both write. The cap is exceeded and nothing in the code is wrong on its own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PACT — reserve inside the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BEGIN IMMEDIATE takes the write lock up front.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reservation and the ceiling test are the same transaction.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SQLite in WAL mode; a contended write is a 503 the caller can retry.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atk_03 concurrent slicing: BLOCK CEILING_TOTAL. The cap is never exceeded, under load, in the test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17136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18304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The comparison is kept in the tree, not just described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Both implementations ship, and a test drives them concurrently: the naive one exceeds the ceiling and the atomic one does not. It is cheaper to keep the wrong version and prove it wrong than to ask a reviewer to take the right one on trust. Two hours of soak settled 49,501 orders whose total agrees with the harness to the paise.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WHEN IT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The failure path is the product,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Payment captured, then the warehouse says the item is gone. Every forward step has exactly one compensating action, and compensations run in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PAYMENT_CAPTURED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1740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638044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8044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ROLLING_BACK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71416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REFUND_ISSUED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04788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4788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BUDGET_RELEASED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138160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ROLLED_BACK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522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97153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7153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96112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budget is released, not just refunded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refund that returns the money but leaves the reservation standing has quietly spent the buyer's authority on nothing.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the compensation releases the ledger reservation as its own persisted, idempotent step.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78524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8524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And when the refund itself fails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retries with backoff, and then the order parks in NEEDS_ATTENTION and is raised in the console.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A failed refund is never silently swallowed. Answering "what if the compensation fails" is worth more than the happy path working.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RECOVERED is the growth claim: after a rollback the merchant offers the nearest in-stock alternative inside remaining headroom, and the buyer signs for it. A failure becomes revenue instead of a loss. merchant/saga.py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Four arms, 200 sessions each, three seeds.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 single run of a stochastic agent is not a result. The comparison that matters is C against D — both fully simulated, 8% of sessions adversarial in every arm.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10872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737360"/>
                <a:gridCol w="1371600"/>
                <a:gridCol w="1691640"/>
                <a:gridCol w="186537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GMV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False block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Losses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Net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no agent channel (modelled)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agent transactable, no checks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₹1,91,614.30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₹20,430.59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₹1,71,183.71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naive client-side cap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₹1,37,303.21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EF4444"/>
                          </a:solidFill>
                          <a:latin typeface="Arial"/>
                        </a:rPr>
                        <a:t>27.8%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₹5,786.16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₹1,31,517.05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PACT: gate, headroom upsell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535424"/>
            <a:ext cx="10872216" cy="11155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73659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Arm C is the row worth pausing on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Its cap is real and it works — against the agent's own mistakes. But it lives in the agent, so a compromised agent does not run it, and it still lost ₹5,786 per 100 sessions while refusing 27.8% of legitimate buyers. A client-side control is not a control, and that difference has nothing to do with revenue.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Where the gate starts paying for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Arm B converts more than arm D, because nothing stops it — including the things that should. So sweep the assumption rather than pick one that flatters 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5340096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463040"/>
                <a:gridCol w="85953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Adversarial rate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₹3,18,214.16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₹3,03,574.88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₹2,81,976.68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₹2,58,058.84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₹2,36,099.92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59068" y="2194560"/>
            <a:ext cx="5271516" cy="28529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968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6812" y="2633472"/>
            <a:ext cx="4796028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we will not claim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Above roughly 20% adversarial traffic, PACT nets more than an ungated agent channel.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Below it, an ungated channel nets more, and we are not going to claim a revenue win the measurement does not support.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Below that line the argument is the 0.0% false block rate against a cap's 27.8%, the cost of handling disputes, and whether a merchant wants to be known for accepting unauthorised agent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8% adversarial rate used in the main table is an assumption, stated rather than buried, and swept across six points here. --hostile-rate reruns the whole thing with another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Thirteen of thirteen applicable variants blocked.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Eight attack families, each run against the live gate and each asserting a specific reason code — not merely that something was refused.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Prompt 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verification deposit · role reassignment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05372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a valid captured request, resubmitted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Slicing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sequential and concurrent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CEILING_COUNT · CEILING_TOTAL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05372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4828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Lookalike payee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razorpayy · xrazorpay · razorpay.com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22960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Price hallucination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inflated · deflated · one paisa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405372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4828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Forged signature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wrong delegate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22960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Expired mandate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outside the validity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05372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4828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Auditor self-injection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reported N/A — see below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Two auditor self-injection variants report N/A rather than as a pass: the deterministic scan caught the string, but the attack targets a model auditor that was not running in this configuration. Counting them as wins would overstate the result. eval/results/results.md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WHAT IS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Measured, not asserted.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Two hours of steady load against one instance, watching the shape of the process rather than its speed — plus the suite that runs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77824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 — 198 pytest, 55 vitest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1286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650742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2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49,501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purchases in two hours, 6.9/s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23660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transport or server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7122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96578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6578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1.02×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p50 latency drift, 66→67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held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593,961 SSE frames to one subscriber held open for two hours, with zero reconnects.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File descriptors ended lower than they started. Threads flat at 27.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ledger's 49,501 orders total ₹4,86,50,572.82 — agreeing with what the harness settled, to the paise.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478524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8524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did not, and was fixed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RSS climbed +21 MB/hour and did not flatten — a 512 MB machine reached in about 17 hours. A burst test cannot see this.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Cause: the simulated rail was keeping every intent it ever created.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Fixed and confirmed on a run that crosses the fix while it is running: 620 bytes per purchase before, 7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soak table in docs/soak.md is left as it was measured on the day. It is the run that found the problem, and rewriting it would delete the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this does not yet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Stated here rather than discovered by a reviewer. None of it is hidden in a footnote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Not proven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Razorpay client has never run against the live API — no test keys existed in the build environment. The mock UPI rail is what every number here was measured 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A is modelled, not simulated: a 34% completion and 11% addon rate, stated as assumptions rather than buried.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Two attack variants target a model auditor that was not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Known limits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8% adversarial rate is an assumption. Below roughly 20%, an ungated channel still nets more under this loss model.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app needs a persistent process — SQLite in WAL mode and a held-open SSE stream — so it is not serverless-deployable as it stands.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One instance, one volume. Horizontal scale would need the ledger moved off SQLite; nothing in the design prevents it, but nothing has measured it 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 spending control that overstates what it has proven is the one thing this system cannot afford to 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8722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4320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001B35"/>
                </a:solidFill>
                <a:latin typeface="Arial"/>
              </a:rPr>
              <a:t>A signed delegation the agent carries, a gate that decides on authority alone, and a merchant that only ever offers what will be approved.</a:t>
            </a:r>
          </a:p>
          <a:p>
            <a:pPr algn="l">
              <a:spcBef>
                <a:spcPts val="10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Agentic commerce standardised how an agent pays. This is the part that says what it is allowed to spend.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443984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66344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1D6FC4"/>
                </a:solidFill>
                <a:latin typeface="Courier New"/>
              </a:rPr>
              <a:t>github.com/swetank18/PACT     ·     pact-9btr.onrender.com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docs/RUNBOOK.md for the live demo · eval/README.md for the simulation · docs/soak.md for the load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