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imo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99694" cy="10283190"/>
          </a:xfrm>
          <a:custGeom>
            <a:avLst/>
            <a:gdLst/>
            <a:ahLst/>
            <a:cxnLst/>
            <a:rect l="l" t="t" r="r" b="b"/>
            <a:pathLst>
              <a:path w="18294778" h="10283190">
                <a:moveTo>
                  <a:pt x="0" y="0"/>
                </a:moveTo>
                <a:lnTo>
                  <a:pt x="18294778" y="0"/>
                </a:lnTo>
                <a:lnTo>
                  <a:pt x="18294778" y="10283190"/>
                </a:lnTo>
                <a:lnTo>
                  <a:pt x="0" y="102831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867400" y="3543300"/>
            <a:ext cx="6553200" cy="1041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14"/>
              </a:lnSpc>
            </a:pPr>
            <a:r>
              <a:rPr lang="en-US" sz="6367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PROJECT NAME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96433" y="5312588"/>
            <a:ext cx="3549491" cy="707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5"/>
              </a:lnSpc>
            </a:pPr>
            <a:r>
              <a:rPr lang="en-US" sz="4025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TEAM NAME -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96433" y="6362869"/>
            <a:ext cx="3435906" cy="707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5"/>
              </a:lnSpc>
            </a:pPr>
            <a:r>
              <a:rPr lang="en-US" sz="4025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TEAM LEAD -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96433" y="7413149"/>
            <a:ext cx="2243138" cy="707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5"/>
              </a:lnSpc>
            </a:pPr>
            <a:r>
              <a:rPr lang="en-US" sz="4025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TRACK -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"/>
            <a:ext cx="18288000" cy="10279380"/>
          </a:xfrm>
          <a:custGeom>
            <a:avLst/>
            <a:gdLst/>
            <a:ahLst/>
            <a:cxnLst/>
            <a:rect l="l" t="t" r="r" b="b"/>
            <a:pathLst>
              <a:path w="18288000" h="10279380">
                <a:moveTo>
                  <a:pt x="0" y="0"/>
                </a:moveTo>
                <a:lnTo>
                  <a:pt x="18288000" y="0"/>
                </a:lnTo>
                <a:lnTo>
                  <a:pt x="18288000" y="10279380"/>
                </a:lnTo>
                <a:lnTo>
                  <a:pt x="0" y="1027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137814" y="1181100"/>
            <a:ext cx="8012371" cy="9126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794"/>
              </a:lnSpc>
            </a:pPr>
            <a:r>
              <a:rPr lang="en-US" sz="5567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"/>
            <a:ext cx="18288000" cy="10279380"/>
          </a:xfrm>
          <a:custGeom>
            <a:avLst/>
            <a:gdLst/>
            <a:ahLst/>
            <a:cxnLst/>
            <a:rect l="l" t="t" r="r" b="b"/>
            <a:pathLst>
              <a:path w="18288000" h="10279380">
                <a:moveTo>
                  <a:pt x="0" y="0"/>
                </a:moveTo>
                <a:lnTo>
                  <a:pt x="18288000" y="0"/>
                </a:lnTo>
                <a:lnTo>
                  <a:pt x="18288000" y="10279380"/>
                </a:lnTo>
                <a:lnTo>
                  <a:pt x="0" y="1027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224939" y="1233900"/>
            <a:ext cx="7857173" cy="973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4"/>
              </a:lnSpc>
            </a:pPr>
            <a:r>
              <a:rPr lang="en-US" sz="556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PROPOSED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"/>
            <a:ext cx="18288000" cy="10279380"/>
          </a:xfrm>
          <a:custGeom>
            <a:avLst/>
            <a:gdLst/>
            <a:ahLst/>
            <a:cxnLst/>
            <a:rect l="l" t="t" r="r" b="b"/>
            <a:pathLst>
              <a:path w="18288000" h="10279380">
                <a:moveTo>
                  <a:pt x="0" y="0"/>
                </a:moveTo>
                <a:lnTo>
                  <a:pt x="18288000" y="0"/>
                </a:lnTo>
                <a:lnTo>
                  <a:pt x="18288000" y="10279380"/>
                </a:lnTo>
                <a:lnTo>
                  <a:pt x="0" y="1027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938236" y="1181100"/>
            <a:ext cx="8411528" cy="9126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794"/>
              </a:lnSpc>
            </a:pPr>
            <a:r>
              <a:rPr lang="en-US" sz="5567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TECHNICAL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"/>
            <a:ext cx="18288000" cy="10279380"/>
          </a:xfrm>
          <a:custGeom>
            <a:avLst/>
            <a:gdLst/>
            <a:ahLst/>
            <a:cxnLst/>
            <a:rect l="l" t="t" r="r" b="b"/>
            <a:pathLst>
              <a:path w="18288000" h="10279380">
                <a:moveTo>
                  <a:pt x="0" y="0"/>
                </a:moveTo>
                <a:lnTo>
                  <a:pt x="18288000" y="0"/>
                </a:lnTo>
                <a:lnTo>
                  <a:pt x="18288000" y="10279380"/>
                </a:lnTo>
                <a:lnTo>
                  <a:pt x="0" y="1027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31876" y="1181100"/>
            <a:ext cx="9224248" cy="9126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794"/>
              </a:lnSpc>
            </a:pPr>
            <a:r>
              <a:rPr lang="en-US" sz="5567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ARCHITECTURE DIAGRAM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"/>
            <a:ext cx="18288000" cy="10279380"/>
          </a:xfrm>
          <a:custGeom>
            <a:avLst/>
            <a:gdLst/>
            <a:ahLst/>
            <a:cxnLst/>
            <a:rect l="l" t="t" r="r" b="b"/>
            <a:pathLst>
              <a:path w="18288000" h="10279380">
                <a:moveTo>
                  <a:pt x="0" y="0"/>
                </a:moveTo>
                <a:lnTo>
                  <a:pt x="18288000" y="0"/>
                </a:lnTo>
                <a:lnTo>
                  <a:pt x="18288000" y="10279380"/>
                </a:lnTo>
                <a:lnTo>
                  <a:pt x="0" y="1027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680519" y="1181100"/>
            <a:ext cx="10926961" cy="9126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794"/>
              </a:lnSpc>
            </a:pPr>
            <a:r>
              <a:rPr lang="en-US" sz="5567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FEASIBILITY AND SCALABILITY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"/>
            <a:ext cx="18288000" cy="10279380"/>
          </a:xfrm>
          <a:custGeom>
            <a:avLst/>
            <a:gdLst/>
            <a:ahLst/>
            <a:cxnLst/>
            <a:rect l="l" t="t" r="r" b="b"/>
            <a:pathLst>
              <a:path w="18288000" h="10279380">
                <a:moveTo>
                  <a:pt x="0" y="0"/>
                </a:moveTo>
                <a:lnTo>
                  <a:pt x="18288000" y="0"/>
                </a:lnTo>
                <a:lnTo>
                  <a:pt x="18288000" y="10279380"/>
                </a:lnTo>
                <a:lnTo>
                  <a:pt x="0" y="1027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66604" y="1181100"/>
            <a:ext cx="5954792" cy="9126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794"/>
              </a:lnSpc>
            </a:pPr>
            <a:r>
              <a:rPr lang="en-US" sz="5567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TEAM MEMBERS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"/>
            <a:ext cx="18288000" cy="10279380"/>
          </a:xfrm>
          <a:custGeom>
            <a:avLst/>
            <a:gdLst/>
            <a:ahLst/>
            <a:cxnLst/>
            <a:rect l="l" t="t" r="r" b="b"/>
            <a:pathLst>
              <a:path w="18288000" h="10279380">
                <a:moveTo>
                  <a:pt x="0" y="0"/>
                </a:moveTo>
                <a:lnTo>
                  <a:pt x="18288000" y="0"/>
                </a:lnTo>
                <a:lnTo>
                  <a:pt x="18288000" y="10279380"/>
                </a:lnTo>
                <a:lnTo>
                  <a:pt x="0" y="1027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78644" y="1719846"/>
            <a:ext cx="17110747" cy="3535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3" lvl="1" indent="-269871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Keep your presentation within 10 slides. </a:t>
            </a:r>
          </a:p>
          <a:p>
            <a:pPr marL="539743" lvl="1" indent="-269871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Strictly adhere to the official Hack Summit presentation template to ensure a consistent and professional format across all participating teams. </a:t>
            </a:r>
          </a:p>
          <a:p>
            <a:pPr marL="539743" lvl="1" indent="-269871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Keep your slides visually engaging and concise.</a:t>
            </a:r>
          </a:p>
          <a:p>
            <a:pPr marL="539743" lvl="1" indent="-269871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Focus on originality, innovation, and the uniqueness of your solution.</a:t>
            </a:r>
          </a:p>
          <a:p>
            <a:pPr marL="539743" lvl="1" indent="-269871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Do not copy content directly from AI tools, ensure all ideas are your own.</a:t>
            </a:r>
          </a:p>
          <a:p>
            <a:pPr marL="561332" lvl="1" indent="-280666" algn="l">
              <a:lnSpc>
                <a:spcPts val="363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For any queries, reach out to challenges_hackathons@aaruush.org or contact the organizing team (Himani Bhammar - 7205258181, Rachit Sharma - 7878225188)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118</Words>
  <Application>Microsoft Office PowerPoint</Application>
  <PresentationFormat>Custom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Arimo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 Summit 7.0</dc:title>
  <cp:lastModifiedBy>Pranjal Garg</cp:lastModifiedBy>
  <cp:revision>3</cp:revision>
  <dcterms:created xsi:type="dcterms:W3CDTF">2006-08-16T00:00:00Z</dcterms:created>
  <dcterms:modified xsi:type="dcterms:W3CDTF">2026-09-01T14:09:16Z</dcterms:modified>
  <dc:identifier>DAHT9LSGs_E</dc:identifier>
</cp:coreProperties>
</file>